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8/2/2024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8/2/2024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8/2/2024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8/2/2024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8/2/2024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8/2/2024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8/2/2024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8/2/2024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8/2/2024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8/2/2024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8/2/2024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8/2/2024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822166" y="639098"/>
            <a:ext cx="7369834" cy="1617542"/>
          </a:xfrm>
        </p:spPr>
        <p:txBody>
          <a:bodyPr>
            <a:normAutofit fontScale="90000"/>
          </a:bodyPr>
          <a:lstStyle/>
          <a:p>
            <a:r>
              <a:rPr lang="en-US" sz="4000" dirty="0"/>
              <a:t>COLLEGE INFRASTRUCTURE COMPLAINT PORTAL </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8"/>
            <a:ext cx="6269347" cy="1339869"/>
          </a:xfrm>
        </p:spPr>
        <p:txBody>
          <a:bodyPr>
            <a:normAutofit fontScale="85000" lnSpcReduction="10000"/>
          </a:bodyPr>
          <a:lstStyle/>
          <a:p>
            <a:r>
              <a:rPr lang="en-US" dirty="0">
                <a:solidFill>
                  <a:schemeClr val="tx1">
                    <a:lumMod val="85000"/>
                    <a:lumOff val="15000"/>
                  </a:schemeClr>
                </a:solidFill>
              </a:rPr>
              <a:t>GUIDED BY:                 PRESENTED BY:</a:t>
            </a:r>
          </a:p>
          <a:p>
            <a:r>
              <a:rPr lang="en-US" sz="1600" dirty="0">
                <a:solidFill>
                  <a:schemeClr val="tx1">
                    <a:lumMod val="85000"/>
                    <a:lumOff val="15000"/>
                  </a:schemeClr>
                </a:solidFill>
              </a:rPr>
              <a:t>     BINDU S MONY                       BENHER BASHEER </a:t>
            </a:r>
          </a:p>
          <a:p>
            <a:r>
              <a:rPr lang="en-US" sz="1600" dirty="0">
                <a:solidFill>
                  <a:schemeClr val="tx1">
                    <a:lumMod val="85000"/>
                    <a:lumOff val="15000"/>
                  </a:schemeClr>
                </a:solidFill>
              </a:rPr>
              <a:t>                                                 Reg No:vda23mca-2015                          </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476494" y="408900"/>
            <a:ext cx="10058400" cy="4465103"/>
          </a:xfrm>
        </p:spPr>
        <p:txBody>
          <a:bodyPr anchor="ctr">
            <a:normAutofit fontScale="90000"/>
          </a:bodyPr>
          <a:lstStyle/>
          <a:p>
            <a:pPr lvl="0"/>
            <a:br>
              <a:rPr lang="en-US" sz="4400" dirty="0">
                <a:solidFill>
                  <a:srgbClr val="0070C0"/>
                </a:solidFill>
                <a:latin typeface="Adobe Fan Heiti Std B" panose="020B0700000000000000" pitchFamily="34" charset="-128"/>
                <a:ea typeface="Adobe Fan Heiti Std B" panose="020B0700000000000000" pitchFamily="34" charset="-128"/>
              </a:rPr>
            </a:br>
            <a:r>
              <a:rPr lang="en-US" sz="4400" dirty="0">
                <a:solidFill>
                  <a:srgbClr val="0070C0"/>
                </a:solidFill>
                <a:latin typeface="Adobe Fan Heiti Std B" panose="020B0700000000000000" pitchFamily="34" charset="-128"/>
                <a:ea typeface="Adobe Fan Heiti Std B" panose="020B0700000000000000" pitchFamily="34" charset="-128"/>
              </a:rPr>
              <a:t>OBJECTIVE</a:t>
            </a:r>
            <a:br>
              <a:rPr lang="en-US" sz="4800" i="1" dirty="0">
                <a:solidFill>
                  <a:srgbClr val="FFFFFF"/>
                </a:solidFill>
              </a:rPr>
            </a:br>
            <a:r>
              <a:rPr lang="en-US" sz="2400" dirty="0">
                <a:solidFill>
                  <a:srgbClr val="FFFFFF"/>
                </a:solidFill>
                <a:latin typeface="Adobe Fan Heiti Std B" panose="020B0700000000000000" pitchFamily="34" charset="-128"/>
                <a:ea typeface="Adobe Fan Heiti Std B" panose="020B0700000000000000" pitchFamily="34" charset="-128"/>
              </a:rPr>
              <a:t>This software helps the students and teachers report problems with the college infrastructure and facilities. It makes it easy for everyone to submit complaints and ensures they are fixed quickly.</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r>
              <a:rPr lang="en-US" sz="4400">
                <a:solidFill>
                  <a:srgbClr val="0070C0"/>
                </a:solidFill>
                <a:latin typeface="Adobe Fan Heiti Std B" panose="020B0700000000000000" pitchFamily="34" charset="-128"/>
                <a:ea typeface="Adobe Fan Heiti Std B" panose="020B0700000000000000" pitchFamily="34" charset="-128"/>
              </a:rPr>
              <a:t>NEED</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This portal is important because it replaces old methods like physical logbooks and verbal reports, which are often slow and inefficient. By using this online system, complaints can be managed more effectively, leading to faster responses and better maintenance of the college.</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endParaRPr lang="en-US" sz="2400" dirty="0">
              <a:solidFill>
                <a:srgbClr val="FFFFFF"/>
              </a:solidFill>
              <a:latin typeface="Adobe Fan Heiti Std B" panose="020B0700000000000000" pitchFamily="34" charset="-128"/>
              <a:ea typeface="Adobe Fan Heiti Std B" panose="020B0700000000000000" pitchFamily="34" charset="-128"/>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450616" y="710824"/>
            <a:ext cx="10058400" cy="4465103"/>
          </a:xfrm>
        </p:spPr>
        <p:txBody>
          <a:bodyPr anchor="ctr">
            <a:normAutofit fontScale="90000"/>
          </a:bodyPr>
          <a:lstStyle/>
          <a:p>
            <a:pPr lvl="0"/>
            <a:br>
              <a:rPr lang="en-US" sz="4400" dirty="0">
                <a:solidFill>
                  <a:srgbClr val="0070C0"/>
                </a:solidFill>
                <a:latin typeface="Adobe Fan Heiti Std B" panose="020B0700000000000000" pitchFamily="34" charset="-128"/>
                <a:ea typeface="Adobe Fan Heiti Std B" panose="020B0700000000000000" pitchFamily="34" charset="-128"/>
              </a:rPr>
            </a:br>
            <a:r>
              <a:rPr lang="en-US" sz="4400" dirty="0">
                <a:solidFill>
                  <a:srgbClr val="0070C0"/>
                </a:solidFill>
                <a:latin typeface="Adobe Fan Heiti Std B" panose="020B0700000000000000" pitchFamily="34" charset="-128"/>
                <a:ea typeface="Adobe Fan Heiti Std B" panose="020B0700000000000000" pitchFamily="34" charset="-128"/>
              </a:rPr>
              <a:t>SIGNIFICANCE</a:t>
            </a:r>
            <a:br>
              <a:rPr lang="en-US" sz="4400" dirty="0">
                <a:solidFill>
                  <a:srgbClr val="0070C0"/>
                </a:solidFill>
                <a:latin typeface="Adobe Fan Heiti Std B" panose="020B0700000000000000" pitchFamily="34" charset="-128"/>
                <a:ea typeface="Adobe Fan Heiti Std B" panose="020B0700000000000000" pitchFamily="34" charset="-128"/>
              </a:rPr>
            </a:br>
            <a:r>
              <a:rPr kumimoji="0" lang="en-US" sz="5300" b="0" i="0" u="none" strike="noStrike" kern="1200" cap="none" spc="-50" normalizeH="0" baseline="0" noProof="0" dirty="0">
                <a:ln>
                  <a:noFill/>
                </a:ln>
                <a:solidFill>
                  <a:srgbClr val="0070C0"/>
                </a:solidFill>
                <a:effectLst/>
                <a:uLnTx/>
                <a:uFillTx/>
                <a:latin typeface="Adobe Fan Heiti Std B" panose="020B0700000000000000" pitchFamily="34" charset="-128"/>
                <a:ea typeface="Adobe Fan Heiti Std B" panose="020B0700000000000000" pitchFamily="34" charset="-128"/>
                <a:cs typeface="+mj-cs"/>
              </a:rPr>
              <a:t>.</a:t>
            </a:r>
            <a:r>
              <a:rPr lang="en-US" sz="2400" dirty="0">
                <a:solidFill>
                  <a:srgbClr val="FFFFFF"/>
                </a:solidFill>
                <a:latin typeface="Adobe Fan Heiti Std B" panose="020B0700000000000000" pitchFamily="34" charset="-128"/>
                <a:ea typeface="Adobe Fan Heiti Std B" panose="020B0700000000000000" pitchFamily="34" charset="-128"/>
              </a:rPr>
              <a:t>Users can report issues from anywhere on campus through the online portal. </a:t>
            </a:r>
            <a:r>
              <a:rPr lang="en-US" sz="5300" dirty="0">
                <a:solidFill>
                  <a:srgbClr val="0070C0"/>
                </a:solidFill>
                <a:latin typeface="Adobe Fan Heiti Std B" panose="020B0700000000000000" pitchFamily="34" charset="-128"/>
                <a:ea typeface="Adobe Fan Heiti Std B" panose="020B0700000000000000" pitchFamily="34" charset="-128"/>
              </a:rPr>
              <a:t>.</a:t>
            </a:r>
            <a:r>
              <a:rPr lang="en-US" sz="2400" dirty="0">
                <a:solidFill>
                  <a:srgbClr val="FFFFFF"/>
                </a:solidFill>
                <a:latin typeface="Adobe Fan Heiti Std B" panose="020B0700000000000000" pitchFamily="34" charset="-128"/>
                <a:ea typeface="Adobe Fan Heiti Std B" panose="020B0700000000000000" pitchFamily="34" charset="-128"/>
              </a:rPr>
              <a:t>Automates the complaint process, making it quicker and reducing manual work. </a:t>
            </a:r>
            <a:r>
              <a:rPr lang="en-US" sz="5300" dirty="0">
                <a:solidFill>
                  <a:srgbClr val="0070C0"/>
                </a:solidFill>
                <a:latin typeface="Adobe Fan Heiti Std B" panose="020B0700000000000000" pitchFamily="34" charset="-128"/>
                <a:ea typeface="Adobe Fan Heiti Std B" panose="020B0700000000000000" pitchFamily="34" charset="-128"/>
              </a:rPr>
              <a:t>.</a:t>
            </a:r>
            <a:r>
              <a:rPr lang="en-US" sz="2400" dirty="0">
                <a:solidFill>
                  <a:srgbClr val="FFFFFF"/>
                </a:solidFill>
                <a:latin typeface="Adobe Fan Heiti Std B" panose="020B0700000000000000" pitchFamily="34" charset="-128"/>
                <a:ea typeface="Adobe Fan Heiti Std B" panose="020B0700000000000000" pitchFamily="34" charset="-128"/>
              </a:rPr>
              <a:t>Keeps a detailed record of all complaints and actions taken, ensuring transparency.</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5300" dirty="0">
                <a:solidFill>
                  <a:srgbClr val="0070C0"/>
                </a:solidFill>
                <a:latin typeface="Adobe Fan Heiti Std B" panose="020B0700000000000000" pitchFamily="34" charset="-128"/>
                <a:ea typeface="Adobe Fan Heiti Std B" panose="020B0700000000000000" pitchFamily="34" charset="-128"/>
              </a:rPr>
              <a:t>.</a:t>
            </a:r>
            <a:r>
              <a:rPr lang="en-US" sz="2400" dirty="0">
                <a:solidFill>
                  <a:srgbClr val="FFFFFF"/>
                </a:solidFill>
                <a:latin typeface="Adobe Fan Heiti Std B" panose="020B0700000000000000" pitchFamily="34" charset="-128"/>
                <a:ea typeface="Adobe Fan Heiti Std B" panose="020B0700000000000000" pitchFamily="34" charset="-128"/>
              </a:rPr>
              <a:t>Helps identify recurring issues and areas that need more attention.</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endParaRPr lang="en-US" sz="2400" dirty="0">
              <a:solidFill>
                <a:srgbClr val="FFFFFF"/>
              </a:solidFill>
              <a:latin typeface="Adobe Fan Heiti Std B" panose="020B0700000000000000" pitchFamily="34" charset="-128"/>
              <a:ea typeface="Adobe Fan Heiti Std B" panose="020B0700000000000000" pitchFamily="34" charset="-128"/>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8082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476494" y="408900"/>
            <a:ext cx="10058400" cy="4465103"/>
          </a:xfrm>
        </p:spPr>
        <p:txBody>
          <a:bodyPr anchor="ctr">
            <a:normAutofit fontScale="90000"/>
          </a:bodyPr>
          <a:lstStyle/>
          <a:p>
            <a:pPr lvl="0"/>
            <a:br>
              <a:rPr lang="en-US" sz="4400" dirty="0">
                <a:solidFill>
                  <a:srgbClr val="0070C0"/>
                </a:solidFill>
                <a:latin typeface="Adobe Fan Heiti Std B" panose="020B0700000000000000" pitchFamily="34" charset="-128"/>
                <a:ea typeface="Adobe Fan Heiti Std B" panose="020B0700000000000000" pitchFamily="34" charset="-128"/>
              </a:rPr>
            </a:br>
            <a:br>
              <a:rPr lang="en-US" sz="4400" dirty="0">
                <a:solidFill>
                  <a:srgbClr val="0070C0"/>
                </a:solidFill>
                <a:latin typeface="Adobe Fan Heiti Std B" panose="020B0700000000000000" pitchFamily="34" charset="-128"/>
                <a:ea typeface="Adobe Fan Heiti Std B" panose="020B0700000000000000" pitchFamily="34" charset="-128"/>
              </a:rPr>
            </a:br>
            <a:r>
              <a:rPr lang="en-US" sz="4400" dirty="0">
                <a:solidFill>
                  <a:srgbClr val="0070C0"/>
                </a:solidFill>
                <a:latin typeface="Adobe Fan Heiti Std B" panose="020B0700000000000000" pitchFamily="34" charset="-128"/>
                <a:ea typeface="Adobe Fan Heiti Std B" panose="020B0700000000000000" pitchFamily="34" charset="-128"/>
              </a:rPr>
              <a:t>MODULES</a:t>
            </a:r>
            <a:br>
              <a:rPr lang="en-US" sz="4800" i="1" dirty="0">
                <a:solidFill>
                  <a:srgbClr val="FFFFFF"/>
                </a:solidFill>
              </a:rPr>
            </a:br>
            <a:r>
              <a:rPr lang="en-US" sz="3600" i="1" dirty="0">
                <a:solidFill>
                  <a:srgbClr val="FFFFFF"/>
                </a:solidFill>
              </a:rPr>
              <a:t>1.ADMIN</a:t>
            </a:r>
            <a:br>
              <a:rPr lang="en-US" sz="3600" i="1" dirty="0">
                <a:solidFill>
                  <a:srgbClr val="FFFFFF"/>
                </a:solidFill>
              </a:rPr>
            </a:br>
            <a:r>
              <a:rPr lang="en-US" sz="3600" i="1" dirty="0">
                <a:solidFill>
                  <a:srgbClr val="FFFFFF"/>
                </a:solidFill>
              </a:rPr>
              <a:t>2.USER</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r>
              <a:rPr lang="en-US" sz="4400" u="sng" dirty="0">
                <a:solidFill>
                  <a:srgbClr val="0070C0"/>
                </a:solidFill>
                <a:latin typeface="Adobe Fan Heiti Std B" panose="020B0700000000000000" pitchFamily="34" charset="-128"/>
                <a:ea typeface="Adobe Fan Heiti Std B" panose="020B0700000000000000" pitchFamily="34" charset="-128"/>
              </a:rPr>
              <a:t>ADMIN</a:t>
            </a:r>
            <a:br>
              <a:rPr lang="en-US" sz="2400" u="sng"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Login</a:t>
            </a:r>
            <a:r>
              <a:rPr lang="en-US" sz="2700" dirty="0">
                <a:solidFill>
                  <a:srgbClr val="FFFFFF"/>
                </a:solidFill>
                <a:latin typeface="Adobe Fan Heiti Std B" panose="020B0700000000000000" pitchFamily="34" charset="-128"/>
                <a:ea typeface="Adobe Fan Heiti Std B" panose="020B0700000000000000" pitchFamily="34" charset="-128"/>
              </a:rPr>
              <a:t>: </a:t>
            </a:r>
            <a:r>
              <a:rPr lang="en-US" sz="2400" dirty="0">
                <a:solidFill>
                  <a:srgbClr val="FFFFFF"/>
                </a:solidFill>
                <a:latin typeface="Adobe Fan Heiti Std B" panose="020B0700000000000000" pitchFamily="34" charset="-128"/>
                <a:ea typeface="Adobe Fan Heiti Std B" panose="020B0700000000000000" pitchFamily="34" charset="-128"/>
              </a:rPr>
              <a:t>Secure access to the admin dashboard.</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Change Password</a:t>
            </a:r>
            <a:r>
              <a:rPr lang="en-US" sz="2400" dirty="0">
                <a:solidFill>
                  <a:srgbClr val="FFFFFF"/>
                </a:solidFill>
                <a:latin typeface="Adobe Fan Heiti Std B" panose="020B0700000000000000" pitchFamily="34" charset="-128"/>
                <a:ea typeface="Adobe Fan Heiti Std B" panose="020B0700000000000000" pitchFamily="34" charset="-128"/>
              </a:rPr>
              <a:t>: Update login credentials.</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Manage Complaints</a:t>
            </a:r>
            <a:r>
              <a:rPr lang="en-US" sz="2400" dirty="0">
                <a:solidFill>
                  <a:srgbClr val="FFFFFF"/>
                </a:solidFill>
                <a:latin typeface="Adobe Fan Heiti Std B" panose="020B0700000000000000" pitchFamily="34" charset="-128"/>
                <a:ea typeface="Adobe Fan Heiti Std B" panose="020B0700000000000000" pitchFamily="34" charset="-128"/>
              </a:rPr>
              <a:t>: View, prioritize, and take action.</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Manage Users</a:t>
            </a:r>
            <a:r>
              <a:rPr lang="en-US" sz="2400" dirty="0">
                <a:solidFill>
                  <a:srgbClr val="FFFFFF"/>
                </a:solidFill>
                <a:latin typeface="Adobe Fan Heiti Std B" panose="020B0700000000000000" pitchFamily="34" charset="-128"/>
                <a:ea typeface="Adobe Fan Heiti Std B" panose="020B0700000000000000" pitchFamily="34" charset="-128"/>
              </a:rPr>
              <a:t>: Add, remove, or update user details </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endParaRPr lang="en-US" sz="2400" dirty="0">
              <a:solidFill>
                <a:srgbClr val="FFFFFF"/>
              </a:solidFill>
              <a:latin typeface="Adobe Fan Heiti Std B" panose="020B0700000000000000" pitchFamily="34" charset="-128"/>
              <a:ea typeface="Adobe Fan Heiti Std B" panose="020B0700000000000000" pitchFamily="34" charset="-128"/>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32438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476494" y="408900"/>
            <a:ext cx="10058400" cy="4465103"/>
          </a:xfrm>
        </p:spPr>
        <p:txBody>
          <a:bodyPr anchor="ctr">
            <a:normAutofit fontScale="90000"/>
          </a:bodyPr>
          <a:lstStyle/>
          <a:p>
            <a:pPr lvl="0"/>
            <a:r>
              <a:rPr lang="en-US" sz="4400" b="1" u="sng" dirty="0">
                <a:solidFill>
                  <a:srgbClr val="0070C0"/>
                </a:solidFill>
                <a:latin typeface="Adobe Fan Heiti Std B" panose="020B0700000000000000" pitchFamily="34" charset="-128"/>
                <a:ea typeface="Adobe Fan Heiti Std B" panose="020B0700000000000000" pitchFamily="34" charset="-128"/>
              </a:rPr>
              <a:t>USER</a:t>
            </a:r>
            <a:br>
              <a:rPr lang="en-US" sz="4400" b="1" u="sng" dirty="0">
                <a:solidFill>
                  <a:srgbClr val="0070C0"/>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Registration</a:t>
            </a:r>
            <a:r>
              <a:rPr lang="en-US" sz="2400" dirty="0">
                <a:solidFill>
                  <a:srgbClr val="FFFFFF"/>
                </a:solidFill>
                <a:latin typeface="Adobe Fan Heiti Std B" panose="020B0700000000000000" pitchFamily="34" charset="-128"/>
                <a:ea typeface="Adobe Fan Heiti Std B" panose="020B0700000000000000" pitchFamily="34" charset="-128"/>
              </a:rPr>
              <a:t>: Sign up with personal and contact details.</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Login</a:t>
            </a:r>
            <a:r>
              <a:rPr lang="en-US" sz="2400" dirty="0">
                <a:solidFill>
                  <a:srgbClr val="FFFFFF"/>
                </a:solidFill>
                <a:latin typeface="Adobe Fan Heiti Std B" panose="020B0700000000000000" pitchFamily="34" charset="-128"/>
                <a:ea typeface="Adobe Fan Heiti Std B" panose="020B0700000000000000" pitchFamily="34" charset="-128"/>
              </a:rPr>
              <a:t>: Secure access to the user dashboard.</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Profile Management</a:t>
            </a:r>
            <a:r>
              <a:rPr lang="en-US" sz="2400" dirty="0">
                <a:solidFill>
                  <a:srgbClr val="FFFFFF"/>
                </a:solidFill>
                <a:latin typeface="Adobe Fan Heiti Std B" panose="020B0700000000000000" pitchFamily="34" charset="-128"/>
                <a:ea typeface="Adobe Fan Heiti Std B" panose="020B0700000000000000" pitchFamily="34" charset="-128"/>
              </a:rPr>
              <a:t>: View and edit personal profile information.</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Submit Complaint</a:t>
            </a:r>
            <a:r>
              <a:rPr lang="en-US" sz="2400" dirty="0">
                <a:solidFill>
                  <a:srgbClr val="FFFFFF"/>
                </a:solidFill>
                <a:latin typeface="Adobe Fan Heiti Std B" panose="020B0700000000000000" pitchFamily="34" charset="-128"/>
                <a:ea typeface="Adobe Fan Heiti Std B" panose="020B0700000000000000" pitchFamily="34" charset="-128"/>
              </a:rPr>
              <a:t>: Report issues related to college infrastructure.</a:t>
            </a:r>
            <a:br>
              <a:rPr lang="en-US" sz="2400" dirty="0">
                <a:solidFill>
                  <a:srgbClr val="FFFFFF"/>
                </a:solidFill>
                <a:latin typeface="Adobe Fan Heiti Std B" panose="020B0700000000000000" pitchFamily="34" charset="-128"/>
                <a:ea typeface="Adobe Fan Heiti Std B" panose="020B0700000000000000" pitchFamily="34" charset="-128"/>
              </a:rPr>
            </a:br>
            <a:r>
              <a:rPr lang="en-US" sz="2400" dirty="0">
                <a:solidFill>
                  <a:srgbClr val="FFFFFF"/>
                </a:solidFill>
                <a:latin typeface="Adobe Fan Heiti Std B" panose="020B0700000000000000" pitchFamily="34" charset="-128"/>
                <a:ea typeface="Adobe Fan Heiti Std B" panose="020B0700000000000000" pitchFamily="34" charset="-128"/>
              </a:rPr>
              <a:t>	</a:t>
            </a:r>
            <a:r>
              <a:rPr lang="en-US" sz="2700" dirty="0">
                <a:solidFill>
                  <a:srgbClr val="FFFF00"/>
                </a:solidFill>
                <a:latin typeface="Adobe Fan Heiti Std B" panose="020B0700000000000000" pitchFamily="34" charset="-128"/>
                <a:ea typeface="Adobe Fan Heiti Std B" panose="020B0700000000000000" pitchFamily="34" charset="-128"/>
              </a:rPr>
              <a:t>View Complaint Status</a:t>
            </a:r>
            <a:r>
              <a:rPr lang="en-US" sz="2400" dirty="0">
                <a:solidFill>
                  <a:srgbClr val="FFFFFF"/>
                </a:solidFill>
                <a:latin typeface="Adobe Fan Heiti Std B" panose="020B0700000000000000" pitchFamily="34" charset="-128"/>
                <a:ea typeface="Adobe Fan Heiti Std B" panose="020B0700000000000000" pitchFamily="34" charset="-128"/>
              </a:rPr>
              <a:t>: View the progress of submitted complaints.</a:t>
            </a: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br>
              <a:rPr lang="en-US" sz="2400" dirty="0">
                <a:solidFill>
                  <a:srgbClr val="FFFFFF"/>
                </a:solidFill>
                <a:latin typeface="Adobe Fan Heiti Std B" panose="020B0700000000000000" pitchFamily="34" charset="-128"/>
                <a:ea typeface="Adobe Fan Heiti Std B" panose="020B0700000000000000" pitchFamily="34" charset="-128"/>
              </a:rPr>
            </a:br>
            <a:endParaRPr lang="en-US" sz="2400" dirty="0">
              <a:solidFill>
                <a:srgbClr val="FFFFFF"/>
              </a:solidFill>
              <a:latin typeface="Adobe Fan Heiti Std B" panose="020B0700000000000000" pitchFamily="34" charset="-128"/>
              <a:ea typeface="Adobe Fan Heiti Std B" panose="020B0700000000000000" pitchFamily="34" charset="-128"/>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3115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476494" y="408900"/>
            <a:ext cx="10058400" cy="4465103"/>
          </a:xfrm>
        </p:spPr>
        <p:txBody>
          <a:bodyPr anchor="ctr">
            <a:normAutofit/>
          </a:bodyPr>
          <a:lstStyle/>
          <a:p>
            <a:pPr lvl="0"/>
            <a:r>
              <a:rPr lang="en-US" sz="4400" dirty="0">
                <a:solidFill>
                  <a:srgbClr val="FFFFFF"/>
                </a:solidFill>
                <a:latin typeface="Adobe Fan Heiti Std B" panose="020B0700000000000000" pitchFamily="34" charset="-128"/>
                <a:ea typeface="Adobe Fan Heiti Std B" panose="020B0700000000000000" pitchFamily="34" charset="-128"/>
              </a:rPr>
              <a:t>THANK YOU</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76014497"/>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{63A38BA0-5D54-4CF8-8500-003D9AE5E7ED}tf56160789_win32</Template>
  <TotalTime>64</TotalTime>
  <Words>325</Words>
  <Application>Microsoft Office PowerPoint</Application>
  <PresentationFormat>Widescreen</PresentationFormat>
  <Paragraphs>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Adobe Fan Heiti Std B</vt:lpstr>
      <vt:lpstr>Bookman Old Style</vt:lpstr>
      <vt:lpstr>Calibri</vt:lpstr>
      <vt:lpstr>Franklin Gothic Book</vt:lpstr>
      <vt:lpstr>Custom</vt:lpstr>
      <vt:lpstr>COLLEGE INFRASTRUCTURE COMPLAINT PORTAL </vt:lpstr>
      <vt:lpstr> OBJECTIVE This software helps the students and teachers report problems with the college infrastructure and facilities. It makes it easy for everyone to submit complaints and ensures they are fixed quickly.  NEED This portal is important because it replaces old methods like physical logbooks and verbal reports, which are often slow and inefficient. By using this online system, complaints can be managed more effectively, leading to faster responses and better maintenance of the college.     </vt:lpstr>
      <vt:lpstr> SIGNIFICANCE .Users can report issues from anywhere on campus through the online portal. .Automates the complaint process, making it quicker and reducing manual work. .Keeps a detailed record of all complaints and actions taken, ensuring transparency. .Helps identify recurring issues and areas that need more attention.       </vt:lpstr>
      <vt:lpstr>  MODULES 1.ADMIN 2.USER  ADMIN   Login: Secure access to the admin dashboard.  Change Password: Update login credentials.  Manage Complaints: View, prioritize, and take action.  Manage Users: Add, remove, or update user details       </vt:lpstr>
      <vt:lpstr>USER   Registration: Sign up with personal and contact details.  Login: Secure access to the user dashboard.  Profile Management: View and edit personal profile information.  Submit Complaint: Report issues related to college infrastructure.  View Complaint Status: View the progress of submitted complaints.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benher 456</dc:creator>
  <cp:lastModifiedBy>benher 456</cp:lastModifiedBy>
  <cp:revision>6</cp:revision>
  <dcterms:created xsi:type="dcterms:W3CDTF">2024-08-02T05:08:55Z</dcterms:created>
  <dcterms:modified xsi:type="dcterms:W3CDTF">2024-08-02T06:13:22Z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